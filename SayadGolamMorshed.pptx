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7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lobal MOS Academy" initials="GMA" lastIdx="1" clrIdx="0">
    <p:extLst>
      <p:ext uri="{19B8F6BF-5375-455C-9EA6-DF929625EA0E}">
        <p15:presenceInfo xmlns:p15="http://schemas.microsoft.com/office/powerpoint/2012/main" userId="Global MOS Academ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00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1T23:53:17.215" idx="1">
    <p:pos x="10" y="10"/>
    <p:text/>
    <p:extLst>
      <p:ext uri="{C676402C-5697-4E1C-873F-D02D1690AC5C}">
        <p15:threadingInfo xmlns:p15="http://schemas.microsoft.com/office/powerpoint/2012/main" timeZoneBias="42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7EFB-47B3-4338-BB6D-D5D13A184AE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66C51-6854-4ED4-8C73-31EB0E76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2182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7EFB-47B3-4338-BB6D-D5D13A184AE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66C51-6854-4ED4-8C73-31EB0E76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7287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7EFB-47B3-4338-BB6D-D5D13A184AE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66C51-6854-4ED4-8C73-31EB0E76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87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7EFB-47B3-4338-BB6D-D5D13A184AE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66C51-6854-4ED4-8C73-31EB0E76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010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7EFB-47B3-4338-BB6D-D5D13A184AE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66C51-6854-4ED4-8C73-31EB0E76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74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7EFB-47B3-4338-BB6D-D5D13A184AE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66C51-6854-4ED4-8C73-31EB0E76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385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7EFB-47B3-4338-BB6D-D5D13A184AE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66C51-6854-4ED4-8C73-31EB0E76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5174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7EFB-47B3-4338-BB6D-D5D13A184AE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66C51-6854-4ED4-8C73-31EB0E76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570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7EFB-47B3-4338-BB6D-D5D13A184AE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66C51-6854-4ED4-8C73-31EB0E76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785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7EFB-47B3-4338-BB6D-D5D13A184AE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66C51-6854-4ED4-8C73-31EB0E76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18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7EFB-47B3-4338-BB6D-D5D13A184AE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66C51-6854-4ED4-8C73-31EB0E76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5819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7EFB-47B3-4338-BB6D-D5D13A184AE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4266C51-6854-4ED4-8C73-31EB0E76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3450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7EFB-47B3-4338-BB6D-D5D13A184AE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66C51-6854-4ED4-8C73-31EB0E76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5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7EFB-47B3-4338-BB6D-D5D13A184AE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4266C51-6854-4ED4-8C73-31EB0E76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051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7EFB-47B3-4338-BB6D-D5D13A184AE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4266C51-6854-4ED4-8C73-31EB0E76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436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7EFB-47B3-4338-BB6D-D5D13A184AE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4266C51-6854-4ED4-8C73-31EB0E76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963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7EFB-47B3-4338-BB6D-D5D13A184AE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66C51-6854-4ED4-8C73-31EB0E76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374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7EFB-47B3-4338-BB6D-D5D13A184AE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66C51-6854-4ED4-8C73-31EB0E76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851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7EFB-47B3-4338-BB6D-D5D13A184AE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66C51-6854-4ED4-8C73-31EB0E76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654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7EFB-47B3-4338-BB6D-D5D13A184AE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4266C51-6854-4ED4-8C73-31EB0E76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0599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7EFB-47B3-4338-BB6D-D5D13A184AE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4266C51-6854-4ED4-8C73-31EB0E76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6193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7EFB-47B3-4338-BB6D-D5D13A184AE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4266C51-6854-4ED4-8C73-31EB0E763E8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98769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7EFB-47B3-4338-BB6D-D5D13A184AE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4266C51-6854-4ED4-8C73-31EB0E76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097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7EFB-47B3-4338-BB6D-D5D13A184AE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4266C51-6854-4ED4-8C73-31EB0E763E8B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05888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7EFB-47B3-4338-BB6D-D5D13A184AE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4266C51-6854-4ED4-8C73-31EB0E76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736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7EFB-47B3-4338-BB6D-D5D13A184AE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66C51-6854-4ED4-8C73-31EB0E76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4089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7EFB-47B3-4338-BB6D-D5D13A184AE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66C51-6854-4ED4-8C73-31EB0E76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6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8D7EFB-47B3-4338-BB6D-D5D13A184AE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66C51-6854-4ED4-8C73-31EB0E76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635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8D7EFB-47B3-4338-BB6D-D5D13A184AE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4266C51-6854-4ED4-8C73-31EB0E763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063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52800" y="2821142"/>
            <a:ext cx="5486400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Name : </a:t>
            </a:r>
            <a:r>
              <a:rPr lang="en-US" sz="2100" dirty="0" smtClean="0">
                <a:latin typeface="Arial" panose="020B0604020202020204" pitchFamily="34" charset="0"/>
                <a:cs typeface="Arial" panose="020B0604020202020204" pitchFamily="34" charset="0"/>
              </a:rPr>
              <a:t>Md. Arafat Hossain</a:t>
            </a:r>
          </a:p>
          <a:p>
            <a:r>
              <a:rPr lang="en-US" sz="2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Reg_NO</a:t>
            </a:r>
            <a:r>
              <a:rPr lang="en-US" sz="2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sz="2100" dirty="0" smtClean="0">
                <a:latin typeface="Arial" panose="020B0604020202020204" pitchFamily="34" charset="0"/>
                <a:cs typeface="Arial" panose="020B0604020202020204" pitchFamily="34" charset="0"/>
              </a:rPr>
              <a:t>REG_ICT_ITSS_0123</a:t>
            </a:r>
          </a:p>
          <a:p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81363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38800" y="2975113"/>
            <a:ext cx="65" cy="3231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4058648" y="2666726"/>
                <a:ext cx="4441886" cy="9399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1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  <m:r>
                        <a:rPr lang="en-US" sz="2100" i="1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</m:oMath>
                  </m:oMathPara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648" y="2666726"/>
                <a:ext cx="4441886" cy="9399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266267" y="1168400"/>
            <a:ext cx="417406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Equation:</a:t>
            </a: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418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86867" y="939800"/>
            <a:ext cx="417406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Infographics:</a:t>
            </a: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080933" y="2319865"/>
            <a:ext cx="1811867" cy="9990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 smtClean="0">
                <a:latin typeface="Arial" panose="020B0604020202020204" pitchFamily="34" charset="0"/>
                <a:cs typeface="Arial" panose="020B0604020202020204" pitchFamily="34" charset="0"/>
              </a:rPr>
              <a:t>Computer Operation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55832" y="2319865"/>
            <a:ext cx="1811867" cy="9990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 smtClean="0">
                <a:latin typeface="Arial" panose="020B0604020202020204" pitchFamily="34" charset="0"/>
                <a:cs typeface="Arial" panose="020B0604020202020204" pitchFamily="34" charset="0"/>
              </a:rPr>
              <a:t>IT Support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080933" y="3555999"/>
            <a:ext cx="1811867" cy="9990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 smtClean="0">
                <a:latin typeface="Arial" panose="020B0604020202020204" pitchFamily="34" charset="0"/>
                <a:cs typeface="Arial" panose="020B0604020202020204" pitchFamily="34" charset="0"/>
              </a:rPr>
              <a:t>Web Development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55832" y="3555999"/>
            <a:ext cx="1811867" cy="9990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 smtClean="0">
                <a:latin typeface="Arial" panose="020B0604020202020204" pitchFamily="34" charset="0"/>
                <a:cs typeface="Arial" panose="020B0604020202020204" pitchFamily="34" charset="0"/>
              </a:rPr>
              <a:t>Graphics Design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602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86867" y="939800"/>
            <a:ext cx="417406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Chart :</a:t>
            </a: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3293533" y="1964266"/>
            <a:ext cx="5621867" cy="3039531"/>
            <a:chOff x="3445933" y="1930400"/>
            <a:chExt cx="5621867" cy="3039531"/>
          </a:xfrm>
        </p:grpSpPr>
        <p:sp>
          <p:nvSpPr>
            <p:cNvPr id="11" name="Rectangle 10"/>
            <p:cNvSpPr/>
            <p:nvPr/>
          </p:nvSpPr>
          <p:spPr>
            <a:xfrm>
              <a:off x="3445933" y="1930400"/>
              <a:ext cx="5621867" cy="4317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5000</a:t>
              </a:r>
              <a:endParaRPr lang="en-US" sz="2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860808" y="2582333"/>
              <a:ext cx="4766733" cy="431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4000</a:t>
              </a:r>
              <a:endParaRPr lang="en-US" sz="2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199477" y="3234266"/>
              <a:ext cx="3945466" cy="4317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3000</a:t>
              </a:r>
              <a:endParaRPr lang="en-US" sz="2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563543" y="3886199"/>
              <a:ext cx="3191933" cy="4317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1000</a:t>
              </a:r>
              <a:endParaRPr lang="en-US" sz="2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156210" y="4538132"/>
              <a:ext cx="1845733" cy="4317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250</a:t>
              </a:r>
              <a:endParaRPr lang="en-US" sz="2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2413001" y="1972416"/>
            <a:ext cx="88053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 smtClean="0">
                <a:latin typeface="Arial" panose="020B0604020202020204" pitchFamily="34" charset="0"/>
                <a:cs typeface="Arial" panose="020B0604020202020204" pitchFamily="34" charset="0"/>
              </a:rPr>
              <a:t>2019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51676" y="2632501"/>
            <a:ext cx="88053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 smtClean="0">
                <a:latin typeface="Arial" panose="020B0604020202020204" pitchFamily="34" charset="0"/>
                <a:cs typeface="Arial" panose="020B0604020202020204" pitchFamily="34" charset="0"/>
              </a:rPr>
              <a:t>2020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90351" y="3292586"/>
            <a:ext cx="88053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 smtClean="0">
                <a:latin typeface="Arial" panose="020B0604020202020204" pitchFamily="34" charset="0"/>
                <a:cs typeface="Arial" panose="020B0604020202020204" pitchFamily="34" charset="0"/>
              </a:rPr>
              <a:t>2021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29026" y="3952671"/>
            <a:ext cx="88053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 smtClean="0">
                <a:latin typeface="Arial" panose="020B0604020202020204" pitchFamily="34" charset="0"/>
                <a:cs typeface="Arial" panose="020B0604020202020204" pitchFamily="34" charset="0"/>
              </a:rPr>
              <a:t>2022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767701" y="4612756"/>
            <a:ext cx="88053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 smtClean="0">
                <a:latin typeface="Arial" panose="020B0604020202020204" pitchFamily="34" charset="0"/>
                <a:cs typeface="Arial" panose="020B0604020202020204" pitchFamily="34" charset="0"/>
              </a:rPr>
              <a:t>2023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512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82900" y="2649379"/>
            <a:ext cx="639233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US" sz="2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282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/>
    </mc:Choice>
    <mc:Fallback>
      <p:transition spd="slow" advClick="0" advTm="1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62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Century Gothic</vt:lpstr>
      <vt:lpstr>Wingdings 3</vt:lpstr>
      <vt:lpstr>Office Theme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Global MOS Academy</dc:creator>
  <cp:lastModifiedBy>Global MOS Academy</cp:lastModifiedBy>
  <cp:revision>8</cp:revision>
  <dcterms:created xsi:type="dcterms:W3CDTF">2026-06-12T06:23:39Z</dcterms:created>
  <dcterms:modified xsi:type="dcterms:W3CDTF">2026-06-12T06:58:28Z</dcterms:modified>
</cp:coreProperties>
</file>